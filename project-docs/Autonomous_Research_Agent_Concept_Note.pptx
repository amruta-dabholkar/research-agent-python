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NOTE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Research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system for self-directed web research and structured report generation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646920" y="1874520"/>
            <a:ext cx="1554480" cy="1554480"/>
          </a:xfrm>
          <a:prstGeom prst="ellipse">
            <a:avLst/>
          </a:prstGeom>
          <a:solidFill>
            <a:srgbClr val="2EC4B6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22402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 ·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 ·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Research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Autonomous Research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central to business, policy, and academic work — yet the process has barely changed. A person must decide what to search for, sift through many sources, judge their credibility, and synthesize scattered findings into a coherent narrative. This is slow, uneven in quality, and hard to scale.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concept proposes an AI agent that plans, executes, and reports on a research task independently — from a single natural-language goal to a complete, evidence-based report.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480560" cy="4023360"/>
          </a:xfrm>
          <a:prstGeom prst="roundRect">
            <a:avLst>
              <a:gd name="adj" fmla="val 2727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77800" dist="508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GOAL TO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60920" y="23317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7730" y="240853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92440" y="23134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goal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92440" y="2587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"Assess cloud security risks in ed-tech"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60920" y="33832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730" y="346009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3364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researches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092440" y="3639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steps, searches, reads sources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360920" y="4434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0" y="45116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92440" y="4416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92440" y="4690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ready for review or reuse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1951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379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&amp; inconsistent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research quality depends on the researcher's skill, domain knowledge, and available time.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6002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8745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70" y="195133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3794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grounded in reality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09360" y="25146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 chat answers come from static training data and can't verify current, real-world facts.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41458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325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7091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require step-by-step user management rather than delegating the full research cycle.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35040" y="37947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069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70" y="414589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03250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information gap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09360" y="47091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available information grows, the time humans have to research it does not grow with it.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Should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state a research goal in plain language and receive a complete report with minimal input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5054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genuine planning ability so it determines its own steps, not a fixed script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741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3467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output in verifiable, current information from the web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1879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agent's reasoning transparent and auditable at every step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findings in a consistent, professional report format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 → Act → Observe Reasoning Loop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language model acts as the reasoning engine. At each step it evaluates what it knows, identifies the next gap, and chooses a tool — a web search or a full page read — until it has enough evidence to answer the original goal, then compiles a structured report.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809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6" name="Shape 4"/>
          <p:cNvSpPr/>
          <p:nvPr/>
        </p:nvSpPr>
        <p:spPr>
          <a:xfrm>
            <a:off x="138531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927" y="31985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states research objective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4261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96265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12" name="Shape 9"/>
          <p:cNvSpPr/>
          <p:nvPr/>
        </p:nvSpPr>
        <p:spPr>
          <a:xfrm>
            <a:off x="357987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487" y="319857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07238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identifies next knowledge gap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83717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515721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443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047" y="319857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4865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Scrape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26694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&amp; reads live web sources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703173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735177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24" name="Shape 19"/>
          <p:cNvSpPr/>
          <p:nvPr/>
        </p:nvSpPr>
        <p:spPr>
          <a:xfrm>
            <a:off x="796899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607" y="3198571"/>
            <a:ext cx="460858" cy="46085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4321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6150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if evidence is sufficient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226296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9546336" y="2834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161B4D"/>
          </a:solidFill>
          <a:ln/>
        </p:spPr>
      </p:sp>
      <p:sp>
        <p:nvSpPr>
          <p:cNvPr id="30" name="Shape 24"/>
          <p:cNvSpPr/>
          <p:nvPr/>
        </p:nvSpPr>
        <p:spPr>
          <a:xfrm>
            <a:off x="10163556" y="310896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3167" y="3198571"/>
            <a:ext cx="460858" cy="46085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37776" y="3886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56064" y="425196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structured findings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implementation: LangChain-style orchestration · Groq-hosted LLM inference · Streamlit interface (github.com/Amruta-Dabholkar/research-agent-python)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the Agent Effective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521" y="192664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4688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autonomy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one objective into sub-tasks with no manual planning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561" y="192664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4688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transparent reasoning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4515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and source consulted is visible as it happens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8562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601" y="192664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46888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output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288036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drawn from current web sources, not just model memory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521" y="416692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7091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reporting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96112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structured format regardless of topic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61" y="4166921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45152" y="47091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depth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45152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steps balance thoroughness against time and cost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0965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601" y="4166921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7091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output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94192" y="5120640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export cleanly for reuse in other documents or workflows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 &amp;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753" y="2342693"/>
            <a:ext cx="526694" cy="526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&amp; Consultants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competitor, and risk landscape scans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825" y="2342693"/>
            <a:ext cx="526694" cy="526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Product Teams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30752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briefings on unfamiliar domains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1484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897" y="2342693"/>
            <a:ext cx="526694" cy="526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Researchers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92824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reviews and topic overviews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63556" y="2240280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5969" y="2342693"/>
            <a:ext cx="526694" cy="526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&amp; Content Teams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54896" y="39319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source gathering on developing stories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This Concept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from goal to first-draft report vs. fully manual research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02152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30752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730752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 and quality, independent of researcher experience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64224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92824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92824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builds user trust versus opaque single-shot answers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26296" y="169164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54896" y="1965960"/>
            <a:ext cx="457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9427464" y="2148840"/>
            <a:ext cx="2203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454896" y="29260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extendable to specialized domains and workflows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Plan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0136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depends on the breadth and reliability of accessible web sources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614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51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with any LLM system, residual risk of inaccurate synthesis remains — treat output as a strong first draft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2160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6118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depth and operating cost are directly related; tune iteration limits to the use case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6817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572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or high-stakes use cases warrant additional review safeguards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Concept Can Grow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08176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986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report claim back to its source page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71216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122" y="20427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08376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source coverage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08376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search &amp; retrieval providers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102352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70448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258" y="20427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9512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export formats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39512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Word alongside Markdown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33488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01584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4" y="20427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70648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verification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70648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agent fact-checks the primary draft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64624" y="169164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9FC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3327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30" y="204277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01784" y="269748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tuning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701784" y="333756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for finance, healthcare, policy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5087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80160" y="32918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research goal, planned and executed autonomously, delivered as an evidence-based, structured report.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016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implementation: github.com/Amruta-Dabholkar/research-agent-python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Research Agent — Concept Note</dc:title>
  <dc:subject>PptxGenJS Presentation</dc:subject>
  <dc:creator>Concept Note</dc:creator>
  <cp:lastModifiedBy>Concept Note</cp:lastModifiedBy>
  <cp:revision>1</cp:revision>
  <dcterms:created xsi:type="dcterms:W3CDTF">2026-07-04T15:17:59Z</dcterms:created>
  <dcterms:modified xsi:type="dcterms:W3CDTF">2026-07-04T15:17:59Z</dcterms:modified>
</cp:coreProperties>
</file>